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  <p:sldId id="262" r:id="rId9"/>
  </p:sldIdLst>
  <p:sldSz cx="12192000" cy="6858000"/>
  <p:notesSz cx="6858000" cy="12192000"/>
  <p:embeddedFontLst>
    <p:embeddedFont>
      <p:font typeface="Consolas" panose="020B0609020204030204" pitchFamily="49" charset="0"/>
      <p:regular r:id="rId11"/>
      <p:bold r:id="rId12"/>
      <p:italic r:id="rId13"/>
      <p:boldItalic r:id="rId14"/>
    </p:embeddedFont>
    <p:embeddedFont>
      <p:font typeface="Inter" panose="020B0604020202020204" charset="0"/>
      <p:regular r:id="rId15"/>
    </p:embeddedFont>
    <p:embeddedFont>
      <p:font typeface="Inter Bold" panose="020B0604020202020204" charset="0"/>
      <p:regular r:id="rId16"/>
    </p:embeddedFont>
    <p:embeddedFont>
      <p:font typeface="Petrona Bold" panose="020B0604020202020204" charset="0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C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A6E5AD-617A-4564-9ECC-5E19AD1EE04B}" v="11" dt="2026-09-08T18:30:21.6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ullelaabhinav1105@outlook.com" userId="d1f1e7a802c3af1d" providerId="LiveId" clId="{C2148ECE-E73B-4BB0-8DE0-C3E38CA96AE6}"/>
    <pc:docChg chg="undo custSel addSld modSld">
      <pc:chgData name="pullelaabhinav1105@outlook.com" userId="d1f1e7a802c3af1d" providerId="LiveId" clId="{C2148ECE-E73B-4BB0-8DE0-C3E38CA96AE6}" dt="2026-09-08T18:30:32.727" v="768"/>
      <pc:docMkLst>
        <pc:docMk/>
      </pc:docMkLst>
      <pc:sldChg chg="addSp modSp mod">
        <pc:chgData name="pullelaabhinav1105@outlook.com" userId="d1f1e7a802c3af1d" providerId="LiveId" clId="{C2148ECE-E73B-4BB0-8DE0-C3E38CA96AE6}" dt="2026-09-08T17:59:53.809" v="267" actId="20577"/>
        <pc:sldMkLst>
          <pc:docMk/>
          <pc:sldMk cId="0" sldId="256"/>
        </pc:sldMkLst>
        <pc:spChg chg="mod">
          <ac:chgData name="pullelaabhinav1105@outlook.com" userId="d1f1e7a802c3af1d" providerId="LiveId" clId="{C2148ECE-E73B-4BB0-8DE0-C3E38CA96AE6}" dt="2026-09-08T17:52:41.494" v="13" actId="122"/>
          <ac:spMkLst>
            <pc:docMk/>
            <pc:sldMk cId="0" sldId="256"/>
            <ac:spMk id="2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7:59:43.055" v="254" actId="20577"/>
          <ac:spMkLst>
            <pc:docMk/>
            <pc:sldMk cId="0" sldId="256"/>
            <ac:spMk id="7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7:59:53.809" v="267" actId="20577"/>
          <ac:spMkLst>
            <pc:docMk/>
            <pc:sldMk cId="0" sldId="256"/>
            <ac:spMk id="8" creationId="{00000000-0000-0000-0000-000000000000}"/>
          </ac:spMkLst>
        </pc:spChg>
        <pc:spChg chg="add mod">
          <ac:chgData name="pullelaabhinav1105@outlook.com" userId="d1f1e7a802c3af1d" providerId="LiveId" clId="{C2148ECE-E73B-4BB0-8DE0-C3E38CA96AE6}" dt="2026-09-08T17:52:12.006" v="4" actId="2085"/>
          <ac:spMkLst>
            <pc:docMk/>
            <pc:sldMk cId="0" sldId="256"/>
            <ac:spMk id="9" creationId="{F888BEA7-E97A-2F05-DC16-D4F6329C89B7}"/>
          </ac:spMkLst>
        </pc:spChg>
      </pc:sldChg>
      <pc:sldChg chg="addSp delSp modSp mod">
        <pc:chgData name="pullelaabhinav1105@outlook.com" userId="d1f1e7a802c3af1d" providerId="LiveId" clId="{C2148ECE-E73B-4BB0-8DE0-C3E38CA96AE6}" dt="2026-09-08T18:12:57.864" v="412" actId="255"/>
        <pc:sldMkLst>
          <pc:docMk/>
          <pc:sldMk cId="0" sldId="257"/>
        </pc:sldMkLst>
        <pc:spChg chg="mod">
          <ac:chgData name="pullelaabhinav1105@outlook.com" userId="d1f1e7a802c3af1d" providerId="LiveId" clId="{C2148ECE-E73B-4BB0-8DE0-C3E38CA96AE6}" dt="2026-09-08T18:03:25.489" v="269" actId="2711"/>
          <ac:spMkLst>
            <pc:docMk/>
            <pc:sldMk cId="0" sldId="257"/>
            <ac:spMk id="8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8:04:38.615" v="278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8:04:44.648" v="279" actId="1076"/>
          <ac:spMkLst>
            <pc:docMk/>
            <pc:sldMk cId="0" sldId="257"/>
            <ac:spMk id="10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8:07:00.820" v="380" actId="1035"/>
          <ac:spMkLst>
            <pc:docMk/>
            <pc:sldMk cId="0" sldId="257"/>
            <ac:spMk id="11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8:05:53.393" v="326" actId="1035"/>
          <ac:spMkLst>
            <pc:docMk/>
            <pc:sldMk cId="0" sldId="257"/>
            <ac:spMk id="12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8:05:53.393" v="326" actId="1035"/>
          <ac:spMkLst>
            <pc:docMk/>
            <pc:sldMk cId="0" sldId="257"/>
            <ac:spMk id="13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8:12:37.690" v="407" actId="20577"/>
          <ac:spMkLst>
            <pc:docMk/>
            <pc:sldMk cId="0" sldId="257"/>
            <ac:spMk id="14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8:12:17.799" v="400" actId="20577"/>
          <ac:spMkLst>
            <pc:docMk/>
            <pc:sldMk cId="0" sldId="257"/>
            <ac:spMk id="18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8:12:57.864" v="412" actId="255"/>
          <ac:spMkLst>
            <pc:docMk/>
            <pc:sldMk cId="0" sldId="257"/>
            <ac:spMk id="22" creationId="{00000000-0000-0000-0000-000000000000}"/>
          </ac:spMkLst>
        </pc:spChg>
        <pc:spChg chg="add">
          <ac:chgData name="pullelaabhinav1105@outlook.com" userId="d1f1e7a802c3af1d" providerId="LiveId" clId="{C2148ECE-E73B-4BB0-8DE0-C3E38CA96AE6}" dt="2026-09-08T17:52:24.989" v="7" actId="22"/>
          <ac:spMkLst>
            <pc:docMk/>
            <pc:sldMk cId="0" sldId="257"/>
            <ac:spMk id="26" creationId="{75403C88-4086-92DA-4067-2883777940D7}"/>
          </ac:spMkLst>
        </pc:spChg>
        <pc:spChg chg="add del mod">
          <ac:chgData name="pullelaabhinav1105@outlook.com" userId="d1f1e7a802c3af1d" providerId="LiveId" clId="{C2148ECE-E73B-4BB0-8DE0-C3E38CA96AE6}" dt="2026-09-08T18:03:44.417" v="274" actId="47"/>
          <ac:spMkLst>
            <pc:docMk/>
            <pc:sldMk cId="0" sldId="257"/>
            <ac:spMk id="27" creationId="{A7E11092-2D44-A387-4D66-BB5C6EE85154}"/>
          </ac:spMkLst>
        </pc:spChg>
        <pc:picChg chg="add del">
          <ac:chgData name="pullelaabhinav1105@outlook.com" userId="d1f1e7a802c3af1d" providerId="LiveId" clId="{C2148ECE-E73B-4BB0-8DE0-C3E38CA96AE6}" dt="2026-09-08T17:52:18.319" v="6" actId="22"/>
          <ac:picMkLst>
            <pc:docMk/>
            <pc:sldMk cId="0" sldId="257"/>
            <ac:picMk id="24" creationId="{171E36F2-7A58-DB50-AEDC-55DACE6E7ECF}"/>
          </ac:picMkLst>
        </pc:picChg>
      </pc:sldChg>
      <pc:sldChg chg="addSp delSp modSp mod">
        <pc:chgData name="pullelaabhinav1105@outlook.com" userId="d1f1e7a802c3af1d" providerId="LiveId" clId="{C2148ECE-E73B-4BB0-8DE0-C3E38CA96AE6}" dt="2026-09-08T18:25:41.455" v="611" actId="20577"/>
        <pc:sldMkLst>
          <pc:docMk/>
          <pc:sldMk cId="0" sldId="258"/>
        </pc:sldMkLst>
        <pc:spChg chg="mod">
          <ac:chgData name="pullelaabhinav1105@outlook.com" userId="d1f1e7a802c3af1d" providerId="LiveId" clId="{C2148ECE-E73B-4BB0-8DE0-C3E38CA96AE6}" dt="2026-09-08T18:14:16.528" v="432" actId="20577"/>
          <ac:spMkLst>
            <pc:docMk/>
            <pc:sldMk cId="0" sldId="258"/>
            <ac:spMk id="4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8:23:49.233" v="532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8:23:32.739" v="530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8:23:19.086" v="527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pullelaabhinav1105@outlook.com" userId="d1f1e7a802c3af1d" providerId="LiveId" clId="{C2148ECE-E73B-4BB0-8DE0-C3E38CA96AE6}" dt="2026-09-08T18:23:37.720" v="531" actId="1076"/>
          <ac:spMkLst>
            <pc:docMk/>
            <pc:sldMk cId="0" sldId="258"/>
            <ac:spMk id="11" creationId="{00000000-0000-0000-0000-000000000000}"/>
          </ac:spMkLst>
        </pc:spChg>
        <pc:spChg chg="del">
          <ac:chgData name="pullelaabhinav1105@outlook.com" userId="d1f1e7a802c3af1d" providerId="LiveId" clId="{C2148ECE-E73B-4BB0-8DE0-C3E38CA96AE6}" dt="2026-09-08T18:22:17.341" v="519" actId="21"/>
          <ac:spMkLst>
            <pc:docMk/>
            <pc:sldMk cId="0" sldId="258"/>
            <ac:spMk id="12" creationId="{00000000-0000-0000-0000-000000000000}"/>
          </ac:spMkLst>
        </pc:spChg>
        <pc:spChg chg="del">
          <ac:chgData name="pullelaabhinav1105@outlook.com" userId="d1f1e7a802c3af1d" providerId="LiveId" clId="{C2148ECE-E73B-4BB0-8DE0-C3E38CA96AE6}" dt="2026-09-08T18:22:17.341" v="519" actId="21"/>
          <ac:spMkLst>
            <pc:docMk/>
            <pc:sldMk cId="0" sldId="258"/>
            <ac:spMk id="13" creationId="{00000000-0000-0000-0000-000000000000}"/>
          </ac:spMkLst>
        </pc:spChg>
        <pc:spChg chg="del">
          <ac:chgData name="pullelaabhinav1105@outlook.com" userId="d1f1e7a802c3af1d" providerId="LiveId" clId="{C2148ECE-E73B-4BB0-8DE0-C3E38CA96AE6}" dt="2026-09-08T18:22:17.341" v="519" actId="21"/>
          <ac:spMkLst>
            <pc:docMk/>
            <pc:sldMk cId="0" sldId="258"/>
            <ac:spMk id="15" creationId="{00000000-0000-0000-0000-000000000000}"/>
          </ac:spMkLst>
        </pc:spChg>
        <pc:spChg chg="del">
          <ac:chgData name="pullelaabhinav1105@outlook.com" userId="d1f1e7a802c3af1d" providerId="LiveId" clId="{C2148ECE-E73B-4BB0-8DE0-C3E38CA96AE6}" dt="2026-09-08T18:22:17.341" v="519" actId="21"/>
          <ac:spMkLst>
            <pc:docMk/>
            <pc:sldMk cId="0" sldId="258"/>
            <ac:spMk id="16" creationId="{00000000-0000-0000-0000-000000000000}"/>
          </ac:spMkLst>
        </pc:spChg>
        <pc:spChg chg="del">
          <ac:chgData name="pullelaabhinav1105@outlook.com" userId="d1f1e7a802c3af1d" providerId="LiveId" clId="{C2148ECE-E73B-4BB0-8DE0-C3E38CA96AE6}" dt="2026-09-08T18:22:17.341" v="519" actId="21"/>
          <ac:spMkLst>
            <pc:docMk/>
            <pc:sldMk cId="0" sldId="258"/>
            <ac:spMk id="18" creationId="{00000000-0000-0000-0000-000000000000}"/>
          </ac:spMkLst>
        </pc:spChg>
        <pc:spChg chg="del">
          <ac:chgData name="pullelaabhinav1105@outlook.com" userId="d1f1e7a802c3af1d" providerId="LiveId" clId="{C2148ECE-E73B-4BB0-8DE0-C3E38CA96AE6}" dt="2026-09-08T18:22:17.341" v="519" actId="21"/>
          <ac:spMkLst>
            <pc:docMk/>
            <pc:sldMk cId="0" sldId="258"/>
            <ac:spMk id="19" creationId="{00000000-0000-0000-0000-000000000000}"/>
          </ac:spMkLst>
        </pc:spChg>
        <pc:spChg chg="del">
          <ac:chgData name="pullelaabhinav1105@outlook.com" userId="d1f1e7a802c3af1d" providerId="LiveId" clId="{C2148ECE-E73B-4BB0-8DE0-C3E38CA96AE6}" dt="2026-09-08T18:22:17.341" v="519" actId="21"/>
          <ac:spMkLst>
            <pc:docMk/>
            <pc:sldMk cId="0" sldId="258"/>
            <ac:spMk id="21" creationId="{00000000-0000-0000-0000-000000000000}"/>
          </ac:spMkLst>
        </pc:spChg>
        <pc:spChg chg="del">
          <ac:chgData name="pullelaabhinav1105@outlook.com" userId="d1f1e7a802c3af1d" providerId="LiveId" clId="{C2148ECE-E73B-4BB0-8DE0-C3E38CA96AE6}" dt="2026-09-08T18:22:17.341" v="519" actId="21"/>
          <ac:spMkLst>
            <pc:docMk/>
            <pc:sldMk cId="0" sldId="258"/>
            <ac:spMk id="22" creationId="{00000000-0000-0000-0000-000000000000}"/>
          </ac:spMkLst>
        </pc:spChg>
        <pc:spChg chg="add del">
          <ac:chgData name="pullelaabhinav1105@outlook.com" userId="d1f1e7a802c3af1d" providerId="LiveId" clId="{C2148ECE-E73B-4BB0-8DE0-C3E38CA96AE6}" dt="2026-09-08T18:22:17.341" v="519" actId="21"/>
          <ac:spMkLst>
            <pc:docMk/>
            <pc:sldMk cId="0" sldId="258"/>
            <ac:spMk id="24" creationId="{912802B6-419E-CDD4-85FB-FC72699E3A15}"/>
          </ac:spMkLst>
        </pc:spChg>
        <pc:spChg chg="add mod">
          <ac:chgData name="pullelaabhinav1105@outlook.com" userId="d1f1e7a802c3af1d" providerId="LiveId" clId="{C2148ECE-E73B-4BB0-8DE0-C3E38CA96AE6}" dt="2026-09-08T18:22:35.406" v="523" actId="1076"/>
          <ac:spMkLst>
            <pc:docMk/>
            <pc:sldMk cId="0" sldId="258"/>
            <ac:spMk id="26" creationId="{CA8F45C2-D829-6966-49DF-22A241639179}"/>
          </ac:spMkLst>
        </pc:spChg>
        <pc:graphicFrameChg chg="mod modGraphic">
          <ac:chgData name="pullelaabhinav1105@outlook.com" userId="d1f1e7a802c3af1d" providerId="LiveId" clId="{C2148ECE-E73B-4BB0-8DE0-C3E38CA96AE6}" dt="2026-09-08T18:25:41.455" v="611" actId="20577"/>
          <ac:graphicFrameMkLst>
            <pc:docMk/>
            <pc:sldMk cId="0" sldId="258"/>
            <ac:graphicFrameMk id="6" creationId="{00000000-0000-0000-0000-000000000000}"/>
          </ac:graphicFrameMkLst>
        </pc:graphicFrameChg>
        <pc:picChg chg="del">
          <ac:chgData name="pullelaabhinav1105@outlook.com" userId="d1f1e7a802c3af1d" providerId="LiveId" clId="{C2148ECE-E73B-4BB0-8DE0-C3E38CA96AE6}" dt="2026-09-08T18:22:17.341" v="519" actId="21"/>
          <ac:picMkLst>
            <pc:docMk/>
            <pc:sldMk cId="0" sldId="258"/>
            <ac:picMk id="20" creationId="{00000000-0000-0000-0000-000000000000}"/>
          </ac:picMkLst>
        </pc:picChg>
      </pc:sldChg>
      <pc:sldChg chg="addSp mod">
        <pc:chgData name="pullelaabhinav1105@outlook.com" userId="d1f1e7a802c3af1d" providerId="LiveId" clId="{C2148ECE-E73B-4BB0-8DE0-C3E38CA96AE6}" dt="2026-09-08T17:52:28.661" v="9" actId="22"/>
        <pc:sldMkLst>
          <pc:docMk/>
          <pc:sldMk cId="0" sldId="259"/>
        </pc:sldMkLst>
        <pc:spChg chg="add">
          <ac:chgData name="pullelaabhinav1105@outlook.com" userId="d1f1e7a802c3af1d" providerId="LiveId" clId="{C2148ECE-E73B-4BB0-8DE0-C3E38CA96AE6}" dt="2026-09-08T17:52:28.661" v="9" actId="22"/>
          <ac:spMkLst>
            <pc:docMk/>
            <pc:sldMk cId="0" sldId="259"/>
            <ac:spMk id="26" creationId="{7AF90076-4CB2-CA4E-1E3E-4B691BD87D4B}"/>
          </ac:spMkLst>
        </pc:spChg>
      </pc:sldChg>
      <pc:sldChg chg="addSp mod">
        <pc:chgData name="pullelaabhinav1105@outlook.com" userId="d1f1e7a802c3af1d" providerId="LiveId" clId="{C2148ECE-E73B-4BB0-8DE0-C3E38CA96AE6}" dt="2026-09-08T17:52:30.271" v="10" actId="22"/>
        <pc:sldMkLst>
          <pc:docMk/>
          <pc:sldMk cId="0" sldId="260"/>
        </pc:sldMkLst>
        <pc:spChg chg="add">
          <ac:chgData name="pullelaabhinav1105@outlook.com" userId="d1f1e7a802c3af1d" providerId="LiveId" clId="{C2148ECE-E73B-4BB0-8DE0-C3E38CA96AE6}" dt="2026-09-08T17:52:30.271" v="10" actId="22"/>
          <ac:spMkLst>
            <pc:docMk/>
            <pc:sldMk cId="0" sldId="260"/>
            <ac:spMk id="25" creationId="{370A68CE-7831-3303-7D92-A09F9079490E}"/>
          </ac:spMkLst>
        </pc:spChg>
      </pc:sldChg>
      <pc:sldChg chg="addSp mod">
        <pc:chgData name="pullelaabhinav1105@outlook.com" userId="d1f1e7a802c3af1d" providerId="LiveId" clId="{C2148ECE-E73B-4BB0-8DE0-C3E38CA96AE6}" dt="2026-09-08T17:52:31.957" v="11" actId="22"/>
        <pc:sldMkLst>
          <pc:docMk/>
          <pc:sldMk cId="0" sldId="261"/>
        </pc:sldMkLst>
        <pc:spChg chg="add">
          <ac:chgData name="pullelaabhinav1105@outlook.com" userId="d1f1e7a802c3af1d" providerId="LiveId" clId="{C2148ECE-E73B-4BB0-8DE0-C3E38CA96AE6}" dt="2026-09-08T17:52:31.957" v="11" actId="22"/>
          <ac:spMkLst>
            <pc:docMk/>
            <pc:sldMk cId="0" sldId="261"/>
            <ac:spMk id="27" creationId="{AED29C0E-E643-1BE3-937C-7DD22D28E2EB}"/>
          </ac:spMkLst>
        </pc:spChg>
      </pc:sldChg>
      <pc:sldChg chg="addSp delSp modSp new mod">
        <pc:chgData name="pullelaabhinav1105@outlook.com" userId="d1f1e7a802c3af1d" providerId="LiveId" clId="{C2148ECE-E73B-4BB0-8DE0-C3E38CA96AE6}" dt="2026-09-08T17:55:46.013" v="109" actId="2711"/>
        <pc:sldMkLst>
          <pc:docMk/>
          <pc:sldMk cId="671598181" sldId="262"/>
        </pc:sldMkLst>
        <pc:spChg chg="add">
          <ac:chgData name="pullelaabhinav1105@outlook.com" userId="d1f1e7a802c3af1d" providerId="LiveId" clId="{C2148ECE-E73B-4BB0-8DE0-C3E38CA96AE6}" dt="2026-09-08T17:52:58.828" v="14" actId="22"/>
          <ac:spMkLst>
            <pc:docMk/>
            <pc:sldMk cId="671598181" sldId="262"/>
            <ac:spMk id="3" creationId="{8957AC35-8D92-49BE-0E09-BC31E3BD6528}"/>
          </ac:spMkLst>
        </pc:spChg>
        <pc:spChg chg="add del mod">
          <ac:chgData name="pullelaabhinav1105@outlook.com" userId="d1f1e7a802c3af1d" providerId="LiveId" clId="{C2148ECE-E73B-4BB0-8DE0-C3E38CA96AE6}" dt="2026-09-08T17:53:27.234" v="23"/>
          <ac:spMkLst>
            <pc:docMk/>
            <pc:sldMk cId="671598181" sldId="262"/>
            <ac:spMk id="4" creationId="{9BA6DA2C-6D80-103D-14FE-3C26F2FA8E08}"/>
          </ac:spMkLst>
        </pc:spChg>
        <pc:spChg chg="add mod">
          <ac:chgData name="pullelaabhinav1105@outlook.com" userId="d1f1e7a802c3af1d" providerId="LiveId" clId="{C2148ECE-E73B-4BB0-8DE0-C3E38CA96AE6}" dt="2026-09-08T17:55:46.013" v="109" actId="2711"/>
          <ac:spMkLst>
            <pc:docMk/>
            <pc:sldMk cId="671598181" sldId="262"/>
            <ac:spMk id="5" creationId="{63707B18-9F1A-F67D-BE55-50FF02555942}"/>
          </ac:spMkLst>
        </pc:spChg>
      </pc:sldChg>
      <pc:sldChg chg="addSp delSp modSp new mod">
        <pc:chgData name="pullelaabhinav1105@outlook.com" userId="d1f1e7a802c3af1d" providerId="LiveId" clId="{C2148ECE-E73B-4BB0-8DE0-C3E38CA96AE6}" dt="2026-09-08T18:30:32.727" v="768"/>
        <pc:sldMkLst>
          <pc:docMk/>
          <pc:sldMk cId="1373745056" sldId="263"/>
        </pc:sldMkLst>
        <pc:spChg chg="add">
          <ac:chgData name="pullelaabhinav1105@outlook.com" userId="d1f1e7a802c3af1d" providerId="LiveId" clId="{C2148ECE-E73B-4BB0-8DE0-C3E38CA96AE6}" dt="2026-09-08T18:17:11.952" v="434" actId="22"/>
          <ac:spMkLst>
            <pc:docMk/>
            <pc:sldMk cId="1373745056" sldId="263"/>
            <ac:spMk id="3" creationId="{9BD83627-853E-A0F8-008C-4DF09690D4B0}"/>
          </ac:spMkLst>
        </pc:spChg>
        <pc:spChg chg="add del">
          <ac:chgData name="pullelaabhinav1105@outlook.com" userId="d1f1e7a802c3af1d" providerId="LiveId" clId="{C2148ECE-E73B-4BB0-8DE0-C3E38CA96AE6}" dt="2026-09-08T18:18:47.538" v="438" actId="478"/>
          <ac:spMkLst>
            <pc:docMk/>
            <pc:sldMk cId="1373745056" sldId="263"/>
            <ac:spMk id="5" creationId="{E8F7ECBB-9DA2-28B5-625A-0077C24A7440}"/>
          </ac:spMkLst>
        </pc:spChg>
        <pc:spChg chg="add">
          <ac:chgData name="pullelaabhinav1105@outlook.com" userId="d1f1e7a802c3af1d" providerId="LiveId" clId="{C2148ECE-E73B-4BB0-8DE0-C3E38CA96AE6}" dt="2026-09-08T18:18:49.233" v="439" actId="22"/>
          <ac:spMkLst>
            <pc:docMk/>
            <pc:sldMk cId="1373745056" sldId="263"/>
            <ac:spMk id="7" creationId="{501726A4-F00F-8A09-E810-8A2003FBE878}"/>
          </ac:spMkLst>
        </pc:spChg>
        <pc:spChg chg="add">
          <ac:chgData name="pullelaabhinav1105@outlook.com" userId="d1f1e7a802c3af1d" providerId="LiveId" clId="{C2148ECE-E73B-4BB0-8DE0-C3E38CA96AE6}" dt="2026-09-08T18:18:49.233" v="439" actId="22"/>
          <ac:spMkLst>
            <pc:docMk/>
            <pc:sldMk cId="1373745056" sldId="263"/>
            <ac:spMk id="9" creationId="{9D1D4FBB-30B3-4E58-DF81-F7884E097DB3}"/>
          </ac:spMkLst>
        </pc:spChg>
        <pc:spChg chg="add mod">
          <ac:chgData name="pullelaabhinav1105@outlook.com" userId="d1f1e7a802c3af1d" providerId="LiveId" clId="{C2148ECE-E73B-4BB0-8DE0-C3E38CA96AE6}" dt="2026-09-08T18:19:21.925" v="489" actId="20577"/>
          <ac:spMkLst>
            <pc:docMk/>
            <pc:sldMk cId="1373745056" sldId="263"/>
            <ac:spMk id="11" creationId="{817012E2-0FB6-7484-F04A-2D058606C4D7}"/>
          </ac:spMkLst>
        </pc:spChg>
        <pc:spChg chg="add mod">
          <ac:chgData name="pullelaabhinav1105@outlook.com" userId="d1f1e7a802c3af1d" providerId="LiveId" clId="{C2148ECE-E73B-4BB0-8DE0-C3E38CA96AE6}" dt="2026-09-08T18:20:51.815" v="518" actId="20577"/>
          <ac:spMkLst>
            <pc:docMk/>
            <pc:sldMk cId="1373745056" sldId="263"/>
            <ac:spMk id="13" creationId="{8B9BCB45-C2AF-1F87-A914-D19967EBBC79}"/>
          </ac:spMkLst>
        </pc:spChg>
        <pc:spChg chg="add">
          <ac:chgData name="pullelaabhinav1105@outlook.com" userId="d1f1e7a802c3af1d" providerId="LiveId" clId="{C2148ECE-E73B-4BB0-8DE0-C3E38CA96AE6}" dt="2026-09-08T18:22:19.956" v="520" actId="22"/>
          <ac:spMkLst>
            <pc:docMk/>
            <pc:sldMk cId="1373745056" sldId="263"/>
            <ac:spMk id="15" creationId="{3133501C-39EF-4011-514F-3235193C4D04}"/>
          </ac:spMkLst>
        </pc:spChg>
        <pc:spChg chg="add mod">
          <ac:chgData name="pullelaabhinav1105@outlook.com" userId="d1f1e7a802c3af1d" providerId="LiveId" clId="{C2148ECE-E73B-4BB0-8DE0-C3E38CA96AE6}" dt="2026-09-08T18:28:41.466" v="615" actId="120"/>
          <ac:spMkLst>
            <pc:docMk/>
            <pc:sldMk cId="1373745056" sldId="263"/>
            <ac:spMk id="17" creationId="{FCF91CB8-A66B-3BE5-B1F8-CDBCDC99DEF2}"/>
          </ac:spMkLst>
        </pc:spChg>
        <pc:spChg chg="add">
          <ac:chgData name="pullelaabhinav1105@outlook.com" userId="d1f1e7a802c3af1d" providerId="LiveId" clId="{C2148ECE-E73B-4BB0-8DE0-C3E38CA96AE6}" dt="2026-09-08T18:22:19.956" v="520" actId="22"/>
          <ac:spMkLst>
            <pc:docMk/>
            <pc:sldMk cId="1373745056" sldId="263"/>
            <ac:spMk id="21" creationId="{EFDCBC0A-D35E-0D0E-42A2-494A441C196E}"/>
          </ac:spMkLst>
        </pc:spChg>
        <pc:spChg chg="add">
          <ac:chgData name="pullelaabhinav1105@outlook.com" userId="d1f1e7a802c3af1d" providerId="LiveId" clId="{C2148ECE-E73B-4BB0-8DE0-C3E38CA96AE6}" dt="2026-09-08T18:22:19.956" v="520" actId="22"/>
          <ac:spMkLst>
            <pc:docMk/>
            <pc:sldMk cId="1373745056" sldId="263"/>
            <ac:spMk id="23" creationId="{428CCE21-B59E-3FDA-ED47-4DCAED8DE954}"/>
          </ac:spMkLst>
        </pc:spChg>
        <pc:spChg chg="add">
          <ac:chgData name="pullelaabhinav1105@outlook.com" userId="d1f1e7a802c3af1d" providerId="LiveId" clId="{C2148ECE-E73B-4BB0-8DE0-C3E38CA96AE6}" dt="2026-09-08T18:22:19.956" v="520" actId="22"/>
          <ac:spMkLst>
            <pc:docMk/>
            <pc:sldMk cId="1373745056" sldId="263"/>
            <ac:spMk id="27" creationId="{DF6CD954-2710-ADE9-EBA8-167FE831275A}"/>
          </ac:spMkLst>
        </pc:spChg>
        <pc:spChg chg="add">
          <ac:chgData name="pullelaabhinav1105@outlook.com" userId="d1f1e7a802c3af1d" providerId="LiveId" clId="{C2148ECE-E73B-4BB0-8DE0-C3E38CA96AE6}" dt="2026-09-08T18:22:19.956" v="520" actId="22"/>
          <ac:spMkLst>
            <pc:docMk/>
            <pc:sldMk cId="1373745056" sldId="263"/>
            <ac:spMk id="29" creationId="{8409B881-1B6B-A7A7-CB79-3F7ECDA26DD3}"/>
          </ac:spMkLst>
        </pc:spChg>
        <pc:spChg chg="add">
          <ac:chgData name="pullelaabhinav1105@outlook.com" userId="d1f1e7a802c3af1d" providerId="LiveId" clId="{C2148ECE-E73B-4BB0-8DE0-C3E38CA96AE6}" dt="2026-09-08T18:22:19.956" v="520" actId="22"/>
          <ac:spMkLst>
            <pc:docMk/>
            <pc:sldMk cId="1373745056" sldId="263"/>
            <ac:spMk id="33" creationId="{977EACBF-6563-935F-5540-9024128AFB9D}"/>
          </ac:spMkLst>
        </pc:spChg>
        <pc:spChg chg="add">
          <ac:chgData name="pullelaabhinav1105@outlook.com" userId="d1f1e7a802c3af1d" providerId="LiveId" clId="{C2148ECE-E73B-4BB0-8DE0-C3E38CA96AE6}" dt="2026-09-08T18:22:19.956" v="520" actId="22"/>
          <ac:spMkLst>
            <pc:docMk/>
            <pc:sldMk cId="1373745056" sldId="263"/>
            <ac:spMk id="35" creationId="{323DD396-CC80-4314-8210-D5B45CD747DF}"/>
          </ac:spMkLst>
        </pc:spChg>
        <pc:spChg chg="add del">
          <ac:chgData name="pullelaabhinav1105@outlook.com" userId="d1f1e7a802c3af1d" providerId="LiveId" clId="{C2148ECE-E73B-4BB0-8DE0-C3E38CA96AE6}" dt="2026-09-08T18:22:28.249" v="521" actId="21"/>
          <ac:spMkLst>
            <pc:docMk/>
            <pc:sldMk cId="1373745056" sldId="263"/>
            <ac:spMk id="37" creationId="{82BDC4FC-01A3-D30E-F6C5-A6793482688D}"/>
          </ac:spMkLst>
        </pc:spChg>
        <pc:spChg chg="add mod">
          <ac:chgData name="pullelaabhinav1105@outlook.com" userId="d1f1e7a802c3af1d" providerId="LiveId" clId="{C2148ECE-E73B-4BB0-8DE0-C3E38CA96AE6}" dt="2026-09-08T18:30:31.344" v="766" actId="20577"/>
          <ac:spMkLst>
            <pc:docMk/>
            <pc:sldMk cId="1373745056" sldId="263"/>
            <ac:spMk id="39" creationId="{0E73999E-7850-1F1A-688F-10CC86F86818}"/>
          </ac:spMkLst>
        </pc:spChg>
        <pc:spChg chg="add del mod">
          <ac:chgData name="pullelaabhinav1105@outlook.com" userId="d1f1e7a802c3af1d" providerId="LiveId" clId="{C2148ECE-E73B-4BB0-8DE0-C3E38CA96AE6}" dt="2026-09-08T18:30:32.727" v="768"/>
          <ac:spMkLst>
            <pc:docMk/>
            <pc:sldMk cId="1373745056" sldId="263"/>
            <ac:spMk id="40" creationId="{FC5BF132-6E37-DB0E-57C6-C6BD6F54761F}"/>
          </ac:spMkLst>
        </pc:spChg>
        <pc:picChg chg="add">
          <ac:chgData name="pullelaabhinav1105@outlook.com" userId="d1f1e7a802c3af1d" providerId="LiveId" clId="{C2148ECE-E73B-4BB0-8DE0-C3E38CA96AE6}" dt="2026-09-08T18:22:19.956" v="520" actId="22"/>
          <ac:picMkLst>
            <pc:docMk/>
            <pc:sldMk cId="1373745056" sldId="263"/>
            <ac:picMk id="25" creationId="{5A586E6D-B73D-D062-115D-4BABA072577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2580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78670"/>
            <a:ext cx="10868745" cy="1085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ML-Assisted Portfolio Optimization Under Realistic Trading Constraints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61475" y="2994819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Return Prediction to Realistic Capital Allocation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61475" y="3486745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61475" y="3919141"/>
            <a:ext cx="6359862" cy="1174055"/>
          </a:xfrm>
          <a:prstGeom prst="roundRect">
            <a:avLst>
              <a:gd name="adj" fmla="val 5917"/>
            </a:avLst>
          </a:prstGeom>
          <a:solidFill>
            <a:srgbClr val="CCEE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69" y="4171553"/>
            <a:ext cx="206667" cy="1652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98731" y="4109244"/>
            <a:ext cx="5657312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Insight: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Predicting returns is only half the problem. The real challenge is deciding how to optimally allocate capital while balancing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return,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real-world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trading constraints.</a:t>
            </a:r>
            <a:endParaRPr lang="en-US" sz="1300" b="1" dirty="0"/>
          </a:p>
        </p:txBody>
      </p:sp>
      <p:sp>
        <p:nvSpPr>
          <p:cNvPr id="8" name="Text 5"/>
          <p:cNvSpPr/>
          <p:nvPr/>
        </p:nvSpPr>
        <p:spPr>
          <a:xfrm>
            <a:off x="7431100" y="3881934"/>
            <a:ext cx="471495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Optimization Course Project </a:t>
            </a:r>
          </a:p>
          <a:p>
            <a:pPr marL="0" indent="0" algn="r">
              <a:lnSpc>
                <a:spcPct val="133000"/>
              </a:lnSpc>
              <a:buNone/>
            </a:pPr>
            <a:r>
              <a:rPr lang="en-US" sz="130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~ Abhinav Pullela      </a:t>
            </a:r>
          </a:p>
          <a:p>
            <a:pPr marL="0" indent="0" algn="r">
              <a:lnSpc>
                <a:spcPct val="133000"/>
              </a:lnSpc>
              <a:buNone/>
            </a:pPr>
            <a:r>
              <a:rPr lang="en-US" sz="130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~ Y B Siddharth         </a:t>
            </a:r>
            <a:endParaRPr lang="en-US" sz="13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88BEA7-E97A-2F05-DC16-D4F6329C89B7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496788"/>
            <a:ext cx="1003771" cy="247352"/>
          </a:xfrm>
          <a:prstGeom prst="roundRect">
            <a:avLst>
              <a:gd name="adj" fmla="val 22116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59104" y="545604"/>
            <a:ext cx="1418098" cy="149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808236"/>
            <a:ext cx="10868745" cy="534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Predicting Returns Is Not Enough</a:t>
            </a:r>
            <a:endParaRPr lang="en-US" sz="3350" dirty="0"/>
          </a:p>
        </p:txBody>
      </p:sp>
      <p:sp>
        <p:nvSpPr>
          <p:cNvPr id="5" name="Text 3"/>
          <p:cNvSpPr/>
          <p:nvPr/>
        </p:nvSpPr>
        <p:spPr>
          <a:xfrm>
            <a:off x="661475" y="1742877"/>
            <a:ext cx="5235841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The Investor's Challenge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61475" y="2276673"/>
            <a:ext cx="81357" cy="81359"/>
          </a:xfrm>
          <a:prstGeom prst="ellipse">
            <a:avLst/>
          </a:prstGeom>
          <a:solidFill>
            <a:srgbClr val="007EBD"/>
          </a:solidFill>
          <a:ln/>
        </p:spPr>
      </p:sp>
      <p:sp>
        <p:nvSpPr>
          <p:cNvPr id="7" name="Text 5"/>
          <p:cNvSpPr/>
          <p:nvPr/>
        </p:nvSpPr>
        <p:spPr>
          <a:xfrm>
            <a:off x="903066" y="2190254"/>
            <a:ext cx="4994249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Many Assets, Different Risk Profiles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03066" y="2617589"/>
            <a:ext cx="4994249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400" dirty="0">
                <a:latin typeface="Inter" panose="020B0604020202020204" charset="0"/>
                <a:ea typeface="Inter" panose="020B0604020202020204" charset="0"/>
              </a:rPr>
              <a:t>Different assets have different expected returns and risk, so selecting investments requires a principled allocation strategy.</a:t>
            </a:r>
            <a:endParaRPr lang="en-US" sz="125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66362" y="3553814"/>
            <a:ext cx="81357" cy="81359"/>
          </a:xfrm>
          <a:prstGeom prst="ellipse">
            <a:avLst/>
          </a:prstGeom>
          <a:solidFill>
            <a:srgbClr val="007EBD"/>
          </a:solidFill>
          <a:ln/>
        </p:spPr>
      </p:sp>
      <p:sp>
        <p:nvSpPr>
          <p:cNvPr id="10" name="Text 8"/>
          <p:cNvSpPr/>
          <p:nvPr/>
        </p:nvSpPr>
        <p:spPr>
          <a:xfrm>
            <a:off x="897023" y="3460944"/>
            <a:ext cx="4994249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Correlation Matters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03066" y="3902235"/>
            <a:ext cx="4994249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400" dirty="0">
                <a:latin typeface="Inter" panose="020B0604020202020204" charset="0"/>
                <a:ea typeface="Inter" panose="020B0604020202020204" charset="0"/>
              </a:rPr>
              <a:t>Assets move together. Ignoring correlations can create concentrated and fragile portfolios.</a:t>
            </a:r>
            <a:endParaRPr lang="en-US" sz="125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1475" y="4753756"/>
            <a:ext cx="81357" cy="81359"/>
          </a:xfrm>
          <a:prstGeom prst="ellipse">
            <a:avLst/>
          </a:prstGeom>
          <a:solidFill>
            <a:srgbClr val="007EBD"/>
          </a:solidFill>
          <a:ln/>
        </p:spPr>
      </p:sp>
      <p:sp>
        <p:nvSpPr>
          <p:cNvPr id="13" name="Text 11"/>
          <p:cNvSpPr/>
          <p:nvPr/>
        </p:nvSpPr>
        <p:spPr>
          <a:xfrm>
            <a:off x="903066" y="4667336"/>
            <a:ext cx="4994249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Real-World Constraints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03066" y="5129180"/>
            <a:ext cx="4994249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400" dirty="0">
                <a:latin typeface="Inter" panose="020B0604020202020204" charset="0"/>
                <a:ea typeface="Inter" panose="020B0604020202020204" charset="0"/>
              </a:rPr>
              <a:t>Transaction costs, position limits, cardinality limits, and turnover make real portfolio allocation more complex.</a:t>
            </a:r>
            <a:endParaRPr lang="en-US" sz="125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00729" y="1742877"/>
            <a:ext cx="5235841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Two Distinct Sub-Problems</a:t>
            </a:r>
            <a:endParaRPr lang="en-US" sz="165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00729" y="2190254"/>
            <a:ext cx="5235841" cy="130780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558691" y="2372023"/>
            <a:ext cx="4796114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Machine Learning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6558691" y="2799358"/>
            <a:ext cx="4796114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expected returns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from historical market data, volume signals, and macroeconomic features.</a:t>
            </a:r>
            <a:endParaRPr lang="en-US" sz="12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00729" y="3658295"/>
            <a:ext cx="5235841" cy="130780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558691" y="3840063"/>
            <a:ext cx="4796114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Mathematical Optimization</a:t>
            </a:r>
            <a:endParaRPr lang="en-US" sz="1650" dirty="0"/>
          </a:p>
        </p:txBody>
      </p:sp>
      <p:sp>
        <p:nvSpPr>
          <p:cNvPr id="21" name="Text 17"/>
          <p:cNvSpPr/>
          <p:nvPr/>
        </p:nvSpPr>
        <p:spPr>
          <a:xfrm>
            <a:off x="6558691" y="4267398"/>
            <a:ext cx="4796114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Given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the covariance structure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Σ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choose portfolio weights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subject to all binding constraints.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300729" y="5146377"/>
            <a:ext cx="5235841" cy="41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300" b="1" i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Given predicted returns and asset risk, what portfolio allocation is optimal under realistic conditions?</a:t>
            </a:r>
            <a:endParaRPr lang="en-US" sz="1300" b="1" dirty="0">
              <a:solidFill>
                <a:srgbClr val="0070C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5403C88-4086-92DA-4067-2883777940D7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E11092-2D44-A387-4D66-BB5C6EE85154}"/>
              </a:ext>
            </a:extLst>
          </p:cNvPr>
          <p:cNvSpPr txBox="1"/>
          <p:nvPr/>
        </p:nvSpPr>
        <p:spPr>
          <a:xfrm>
            <a:off x="3269411" y="383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18914"/>
            <a:ext cx="451136" cy="211832"/>
          </a:xfrm>
          <a:prstGeom prst="roundRect">
            <a:avLst>
              <a:gd name="adj" fmla="val 22135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45114" y="560685"/>
            <a:ext cx="893442" cy="128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1475" y="777776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 Market Data: What We Will Use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61475" y="1282700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Dataset Specification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279941"/>
              </p:ext>
            </p:extLst>
          </p:nvPr>
        </p:nvGraphicFramePr>
        <p:xfrm>
          <a:off x="661474" y="1558627"/>
          <a:ext cx="10868746" cy="4650878"/>
        </p:xfrm>
        <a:graphic>
          <a:graphicData uri="http://schemas.openxmlformats.org/drawingml/2006/table">
            <a:tbl>
              <a:tblPr/>
              <a:tblGrid>
                <a:gridCol w="5434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06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Dimension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Details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Asset Universe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[MARKET + how assets are selected]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Period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</a:t>
                      </a:r>
                      <a:r>
                        <a:rPr lang="en-IN" sz="1050" dirty="0"/>
                        <a:t>Exact dates/years]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Frequency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Yahoo Finance or equivalent [TO BE FINALIZED]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06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Core/Raw Variables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Prices, returns, volume, macro features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61475" y="2245803"/>
            <a:ext cx="10868745" cy="8722"/>
          </a:xfrm>
          <a:prstGeom prst="rect">
            <a:avLst/>
          </a:prstGeom>
          <a:solidFill>
            <a:schemeClr val="tx1">
              <a:alpha val="8000"/>
            </a:schemeClr>
          </a:solidFill>
          <a:ln>
            <a:solidFill>
              <a:schemeClr val="tx1"/>
            </a:solidFill>
          </a:ln>
        </p:spPr>
      </p:sp>
      <p:sp>
        <p:nvSpPr>
          <p:cNvPr id="8" name="Shape 5"/>
          <p:cNvSpPr/>
          <p:nvPr/>
        </p:nvSpPr>
        <p:spPr>
          <a:xfrm>
            <a:off x="732143" y="4618271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577835" y="3884066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661475" y="3141139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61473" y="5405166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8F45C2-D829-6966-49DF-22A241639179}"/>
              </a:ext>
            </a:extLst>
          </p:cNvPr>
          <p:cNvSpPr/>
          <p:nvPr/>
        </p:nvSpPr>
        <p:spPr>
          <a:xfrm>
            <a:off x="11056205" y="6558915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BD83627-853E-A0F8-008C-4DF09690D4B0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501726A4-F00F-8A09-E810-8A2003FBE878}"/>
              </a:ext>
            </a:extLst>
          </p:cNvPr>
          <p:cNvSpPr/>
          <p:nvPr/>
        </p:nvSpPr>
        <p:spPr>
          <a:xfrm>
            <a:off x="661475" y="518914"/>
            <a:ext cx="451136" cy="211832"/>
          </a:xfrm>
          <a:prstGeom prst="roundRect">
            <a:avLst>
              <a:gd name="adj" fmla="val 22135"/>
            </a:avLst>
          </a:prstGeom>
          <a:solidFill>
            <a:srgbClr val="CCEEFF"/>
          </a:solidFill>
          <a:ln/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9D1D4FBB-30B3-4E58-DF81-F7884E097DB3}"/>
              </a:ext>
            </a:extLst>
          </p:cNvPr>
          <p:cNvSpPr/>
          <p:nvPr/>
        </p:nvSpPr>
        <p:spPr>
          <a:xfrm>
            <a:off x="745114" y="560685"/>
            <a:ext cx="893442" cy="128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850" dirty="0"/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817012E2-0FB6-7484-F04A-2D058606C4D7}"/>
              </a:ext>
            </a:extLst>
          </p:cNvPr>
          <p:cNvSpPr/>
          <p:nvPr/>
        </p:nvSpPr>
        <p:spPr>
          <a:xfrm>
            <a:off x="661475" y="777776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 Market Data: How It Becomes Model Inputs</a:t>
            </a:r>
            <a:endParaRPr lang="en-US" sz="285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8B9BCB45-C2AF-1F87-A914-D19967EBBC79}"/>
              </a:ext>
            </a:extLst>
          </p:cNvPr>
          <p:cNvSpPr/>
          <p:nvPr/>
        </p:nvSpPr>
        <p:spPr>
          <a:xfrm>
            <a:off x="661475" y="1282700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Dataset Application</a:t>
            </a:r>
            <a:endParaRPr lang="en-US" sz="14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3133501C-39EF-4011-514F-3235193C4D04}"/>
              </a:ext>
            </a:extLst>
          </p:cNvPr>
          <p:cNvSpPr/>
          <p:nvPr/>
        </p:nvSpPr>
        <p:spPr>
          <a:xfrm>
            <a:off x="813875" y="4220865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Temporal Data Split Strategy</a:t>
            </a:r>
            <a:endParaRPr lang="en-US" sz="14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FCF91CB8-A66B-3BE5-B1F8-CDBCDC99DEF2}"/>
              </a:ext>
            </a:extLst>
          </p:cNvPr>
          <p:cNvSpPr/>
          <p:nvPr/>
        </p:nvSpPr>
        <p:spPr>
          <a:xfrm>
            <a:off x="813875" y="4626372"/>
            <a:ext cx="11478330" cy="2058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IN" sz="1050" dirty="0">
                <a:latin typeface="Inter" panose="020B0604020202020204" charset="0"/>
                <a:ea typeface="Inter" panose="020B0604020202020204" charset="0"/>
              </a:rPr>
              <a:t>Data is split chronologically to separate model development from final out-of-sample evaluation.</a:t>
            </a:r>
            <a:endParaRPr lang="en-US" sz="1050" dirty="0">
              <a:latin typeface="Inter" panose="020B0604020202020204" charset="0"/>
              <a:ea typeface="Inter" panose="020B0604020202020204" charset="0"/>
            </a:endParaRPr>
          </a:p>
        </p:txBody>
      </p:sp>
      <p:pic>
        <p:nvPicPr>
          <p:cNvPr id="19" name="Image 0" descr="preencoded.png">
            <a:extLst>
              <a:ext uri="{FF2B5EF4-FFF2-40B4-BE49-F238E27FC236}">
                <a16:creationId xmlns:a16="http://schemas.microsoft.com/office/drawing/2014/main" id="{E8CBD2C9-FDEB-B638-27B7-420F8519C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75" y="4964708"/>
            <a:ext cx="3622882" cy="558205"/>
          </a:xfrm>
          <a:prstGeom prst="rect">
            <a:avLst/>
          </a:prstGeom>
        </p:spPr>
      </p:pic>
      <p:sp>
        <p:nvSpPr>
          <p:cNvPr id="21" name="Text 11">
            <a:extLst>
              <a:ext uri="{FF2B5EF4-FFF2-40B4-BE49-F238E27FC236}">
                <a16:creationId xmlns:a16="http://schemas.microsoft.com/office/drawing/2014/main" id="{EFDCBC0A-D35E-0D0E-42A2-494A441C196E}"/>
              </a:ext>
            </a:extLst>
          </p:cNvPr>
          <p:cNvSpPr/>
          <p:nvPr/>
        </p:nvSpPr>
        <p:spPr>
          <a:xfrm>
            <a:off x="953373" y="5640586"/>
            <a:ext cx="3343886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Training</a:t>
            </a:r>
            <a:endParaRPr lang="en-US" sz="14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428CCE21-B59E-3FDA-ED47-4DCAED8DE954}"/>
              </a:ext>
            </a:extLst>
          </p:cNvPr>
          <p:cNvSpPr/>
          <p:nvPr/>
        </p:nvSpPr>
        <p:spPr>
          <a:xfrm>
            <a:off x="953373" y="5940127"/>
            <a:ext cx="3343886" cy="411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learning period. Feature patterns and return signals extracted here.</a:t>
            </a:r>
            <a:endParaRPr lang="en-US" sz="1050" dirty="0"/>
          </a:p>
        </p:txBody>
      </p:sp>
      <p:pic>
        <p:nvPicPr>
          <p:cNvPr id="25" name="Image 1" descr="preencoded.png">
            <a:extLst>
              <a:ext uri="{FF2B5EF4-FFF2-40B4-BE49-F238E27FC236}">
                <a16:creationId xmlns:a16="http://schemas.microsoft.com/office/drawing/2014/main" id="{5A586E6D-B73D-D062-115D-4BABA0725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6757" y="4964708"/>
            <a:ext cx="3622882" cy="558205"/>
          </a:xfrm>
          <a:prstGeom prst="rect">
            <a:avLst/>
          </a:prstGeom>
        </p:spPr>
      </p:pic>
      <p:sp>
        <p:nvSpPr>
          <p:cNvPr id="27" name="Text 13">
            <a:extLst>
              <a:ext uri="{FF2B5EF4-FFF2-40B4-BE49-F238E27FC236}">
                <a16:creationId xmlns:a16="http://schemas.microsoft.com/office/drawing/2014/main" id="{DF6CD954-2710-ADE9-EBA8-167FE831275A}"/>
              </a:ext>
            </a:extLst>
          </p:cNvPr>
          <p:cNvSpPr/>
          <p:nvPr/>
        </p:nvSpPr>
        <p:spPr>
          <a:xfrm>
            <a:off x="4576255" y="5640586"/>
            <a:ext cx="3343886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8409B881-1B6B-A7A7-CB79-3F7ECDA26DD3}"/>
              </a:ext>
            </a:extLst>
          </p:cNvPr>
          <p:cNvSpPr/>
          <p:nvPr/>
        </p:nvSpPr>
        <p:spPr>
          <a:xfrm>
            <a:off x="4576255" y="5940127"/>
            <a:ext cx="3343886" cy="411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Hyperparameter tuning and model selection. No future data contamination.</a:t>
            </a:r>
            <a:endParaRPr lang="en-US" sz="1050" dirty="0"/>
          </a:p>
        </p:txBody>
      </p:sp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CC17644C-78B2-97A5-53D3-29E9E7168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9639" y="4964708"/>
            <a:ext cx="3622882" cy="558205"/>
          </a:xfrm>
          <a:prstGeom prst="rect">
            <a:avLst/>
          </a:prstGeom>
        </p:spPr>
      </p:pic>
      <p:sp>
        <p:nvSpPr>
          <p:cNvPr id="33" name="Text 15">
            <a:extLst>
              <a:ext uri="{FF2B5EF4-FFF2-40B4-BE49-F238E27FC236}">
                <a16:creationId xmlns:a16="http://schemas.microsoft.com/office/drawing/2014/main" id="{977EACBF-6563-935F-5540-9024128AFB9D}"/>
              </a:ext>
            </a:extLst>
          </p:cNvPr>
          <p:cNvSpPr/>
          <p:nvPr/>
        </p:nvSpPr>
        <p:spPr>
          <a:xfrm>
            <a:off x="8199137" y="5640586"/>
            <a:ext cx="3343886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Backtesting</a:t>
            </a:r>
            <a:endParaRPr lang="en-US" sz="1400" dirty="0"/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323DD396-CC80-4314-8210-D5B45CD747DF}"/>
              </a:ext>
            </a:extLst>
          </p:cNvPr>
          <p:cNvSpPr/>
          <p:nvPr/>
        </p:nvSpPr>
        <p:spPr>
          <a:xfrm>
            <a:off x="8199137" y="5940127"/>
            <a:ext cx="3343886" cy="411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Unseen data. Portfolio performance evaluated here as a true out-of-sample test.</a:t>
            </a:r>
            <a:endParaRPr lang="en-US" sz="1050" dirty="0"/>
          </a:p>
        </p:txBody>
      </p:sp>
      <p:sp>
        <p:nvSpPr>
          <p:cNvPr id="39" name="Text 9">
            <a:extLst>
              <a:ext uri="{FF2B5EF4-FFF2-40B4-BE49-F238E27FC236}">
                <a16:creationId xmlns:a16="http://schemas.microsoft.com/office/drawing/2014/main" id="{0E73999E-7850-1F1A-688F-10CC86F86818}"/>
              </a:ext>
            </a:extLst>
          </p:cNvPr>
          <p:cNvSpPr/>
          <p:nvPr/>
        </p:nvSpPr>
        <p:spPr>
          <a:xfrm>
            <a:off x="828259" y="1586943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</a:rPr>
              <a:t>Model Inputs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73745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471388"/>
            <a:ext cx="617820" cy="125710"/>
          </a:xfrm>
          <a:prstGeom prst="roundRect">
            <a:avLst>
              <a:gd name="adj" fmla="val 22103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11083" y="496193"/>
            <a:ext cx="1128188" cy="761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5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METHODOLOGY</a:t>
            </a:r>
            <a:endParaRPr lang="en-US" sz="500" dirty="0"/>
          </a:p>
        </p:txBody>
      </p:sp>
      <p:sp>
        <p:nvSpPr>
          <p:cNvPr id="4" name="Text 2"/>
          <p:cNvSpPr/>
          <p:nvPr/>
        </p:nvSpPr>
        <p:spPr>
          <a:xfrm>
            <a:off x="661475" y="613569"/>
            <a:ext cx="10868745" cy="2713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From Market Data to Portfolio Decisions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61475" y="946944"/>
            <a:ext cx="11478330" cy="99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project pipeline integrates four sequential stages. Each stage has a well-defined input and output, enabling modular development and evaluation.</a:t>
            </a:r>
            <a:endParaRPr lang="en-US" sz="6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092498"/>
            <a:ext cx="10868745" cy="469483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55023" y="3955621"/>
            <a:ext cx="1613822" cy="617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 Return Prediction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3255023" y="4656491"/>
            <a:ext cx="1613822" cy="705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 model to estimate expected returns μ̂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398903" y="4131981"/>
            <a:ext cx="1613822" cy="617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Portfolio Optimization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398903" y="4832851"/>
            <a:ext cx="1613822" cy="529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Solve for optimal weights w* under constraints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188227" y="1516130"/>
            <a:ext cx="1613822" cy="617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Feature Engineering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1188227" y="2217000"/>
            <a:ext cx="1613822" cy="529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 returns, volume, macro signals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404137" y="1516130"/>
            <a:ext cx="1613822" cy="617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Backtesting &amp; Evaluation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9404137" y="2217000"/>
            <a:ext cx="1613822" cy="529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 Sharpe, drawdown, and turnover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5352682" y="1516130"/>
            <a:ext cx="1613822" cy="617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Risk Estimation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5352682" y="2217000"/>
            <a:ext cx="1613822" cy="529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780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Compute covariance matrix Σ from returns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61475" y="5875040"/>
            <a:ext cx="2565931" cy="135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① Feature Engineering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61475" y="6051947"/>
            <a:ext cx="2565931" cy="2973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 raw price and volume data into predictive signals: momentum, moving averages, volatility measures, and macro indicators.</a:t>
            </a:r>
            <a:endParaRPr lang="en-US" sz="650" dirty="0"/>
          </a:p>
        </p:txBody>
      </p:sp>
      <p:sp>
        <p:nvSpPr>
          <p:cNvPr id="19" name="Text 16"/>
          <p:cNvSpPr/>
          <p:nvPr/>
        </p:nvSpPr>
        <p:spPr>
          <a:xfrm>
            <a:off x="3435363" y="5875040"/>
            <a:ext cx="2565931" cy="135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② ML Prediction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435363" y="6051947"/>
            <a:ext cx="2565931" cy="198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 a supervised model to forecast next-period asset returns. Output is </a:t>
            </a:r>
            <a:r>
              <a:rPr lang="en-US" sz="6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 vector of expected returns for all assets.</a:t>
            </a:r>
            <a:endParaRPr lang="en-US" sz="650" dirty="0"/>
          </a:p>
        </p:txBody>
      </p:sp>
      <p:sp>
        <p:nvSpPr>
          <p:cNvPr id="21" name="Text 18"/>
          <p:cNvSpPr/>
          <p:nvPr/>
        </p:nvSpPr>
        <p:spPr>
          <a:xfrm>
            <a:off x="6209252" y="5875040"/>
            <a:ext cx="2565931" cy="135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③ Optimization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209252" y="6051947"/>
            <a:ext cx="2565931" cy="198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 </a:t>
            </a:r>
            <a:r>
              <a:rPr lang="en-US" sz="6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with estimated covariance </a:t>
            </a:r>
            <a:r>
              <a:rPr lang="en-US" sz="6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Σ</a:t>
            </a:r>
            <a:r>
              <a:rPr lang="en-US" sz="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solve the portfolio optimization problem—first convex, then constrained.</a:t>
            </a:r>
            <a:endParaRPr lang="en-US" sz="650" dirty="0"/>
          </a:p>
        </p:txBody>
      </p:sp>
      <p:sp>
        <p:nvSpPr>
          <p:cNvPr id="23" name="Text 20"/>
          <p:cNvSpPr/>
          <p:nvPr/>
        </p:nvSpPr>
        <p:spPr>
          <a:xfrm>
            <a:off x="8983140" y="5875040"/>
            <a:ext cx="2565931" cy="135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④ Backtesting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983140" y="6051947"/>
            <a:ext cx="2565931" cy="198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Simulate portfolio rebalancing on the held-out period. Compute return, Sharpe ratio, max drawdown, and transaction costs.</a:t>
            </a:r>
            <a:endParaRPr lang="en-US" sz="6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AF90076-4CB2-CA4E-1E3E-4B691BD87D4B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75171"/>
            <a:ext cx="1772895" cy="208062"/>
          </a:xfrm>
          <a:prstGeom prst="roundRect">
            <a:avLst>
              <a:gd name="adj" fmla="val 22118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43626" y="616248"/>
            <a:ext cx="2218178" cy="1259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OPTIMIZATION FORMULATION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1475" y="828576"/>
            <a:ext cx="10868745" cy="4494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From Idealized to Realistic Portfolio Optimization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61475" y="1323380"/>
            <a:ext cx="10868745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Easy Problem: Convex Mean-Variance Optimization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1475" y="1718171"/>
            <a:ext cx="10868745" cy="931069"/>
          </a:xfrm>
          <a:prstGeom prst="roundRect">
            <a:avLst>
              <a:gd name="adj" fmla="val 6178"/>
            </a:avLst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825777" y="1855093"/>
            <a:ext cx="10540141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maximize:  μ̂ᵀw − λ · wᵀΣw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 to: Σ wᵢ = 1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wᵢ ≥ 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61475" y="2776835"/>
            <a:ext cx="10868745" cy="919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ML-predicted expected returns vector</a:t>
            </a:r>
            <a:endParaRPr lang="en-US" sz="1050" dirty="0"/>
          </a:p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Σ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covariance matrix encoding asset risk structure</a:t>
            </a:r>
            <a:endParaRPr lang="en-US" sz="1050" dirty="0"/>
          </a:p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portfolio weight vector (decision variable)</a:t>
            </a:r>
            <a:endParaRPr lang="en-US" sz="1050" dirty="0"/>
          </a:p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λ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risk-aversion parameter (controls return/risk tradeoff)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1475" y="3824387"/>
            <a:ext cx="11478330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formulation is </a:t>
            </a: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convex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—global optimum is guaranteed and solvable in polynomial time via standard QP solvers.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1475" y="4194671"/>
            <a:ext cx="10868745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Hard Problem: Add Realistic Trading Constraints</a:t>
            </a:r>
            <a:endParaRPr lang="en-US" sz="14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589463"/>
            <a:ext cx="2632108" cy="140553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93641" y="4745434"/>
            <a:ext cx="22439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Transaction Costs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93641" y="5038130"/>
            <a:ext cx="2243974" cy="8008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Bid-ask spreads and commissions penalize frequent rebalancing. Modeled as a linear or quadratic cost term on weight changes.</a:t>
            </a:r>
            <a:endParaRPr lang="en-US" sz="105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6987" y="4589463"/>
            <a:ext cx="2632108" cy="140553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39153" y="4745434"/>
            <a:ext cx="22439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Cardinality Constraints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639153" y="5038130"/>
            <a:ext cx="2243974" cy="8008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 the number of assets held simultaneously. Introduces binary variables—this is what makes the problem NP-hard in general.</a:t>
            </a:r>
            <a:endParaRPr lang="en-US" sz="105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2500" y="4589463"/>
            <a:ext cx="2632108" cy="140553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84666" y="4745434"/>
            <a:ext cx="22439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Position Limits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384666" y="5038130"/>
            <a:ext cx="2243974" cy="8008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Minimum and maximum weight per asset. Prevents over-concentration and enforces diversification mandates.</a:t>
            </a:r>
            <a:endParaRPr lang="en-US" sz="105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8013" y="4589463"/>
            <a:ext cx="2632208" cy="140553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30179" y="4745434"/>
            <a:ext cx="22440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Turnover Constraints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9130179" y="5038130"/>
            <a:ext cx="2244074" cy="600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 the total portfolio rebalancing per period, reflecting capacity and liquidity limitations.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661475" y="6122591"/>
            <a:ext cx="11478330" cy="1601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research question:</a:t>
            </a: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How much do constraints change the optimal portfolio and its performance? Quantifying this "price of realism" is the central contribution.</a:t>
            </a:r>
            <a:endParaRPr lang="en-US" sz="85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0A68CE-7831-3303-7D92-A09F9079490E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09984"/>
            <a:ext cx="1125013" cy="219869"/>
          </a:xfrm>
          <a:prstGeom prst="roundRect">
            <a:avLst>
              <a:gd name="adj" fmla="val 22115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48289" y="553343"/>
            <a:ext cx="1560970" cy="133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61475" y="780455"/>
            <a:ext cx="10868745" cy="474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What We Will Investigate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661475" y="1305917"/>
            <a:ext cx="10868745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Planned Comparison Framework</a:t>
            </a:r>
            <a:endParaRPr lang="en-US" sz="14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733153"/>
            <a:ext cx="2622187" cy="1945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64075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5182" y="2312888"/>
            <a:ext cx="2294773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Simple Baseline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5182" y="2626122"/>
            <a:ext cx="2294773" cy="868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Equal-weight or market-cap-weight portfolio. No prediction, no optimization. Benchmark floor.</a:t>
            </a:r>
            <a:endParaRPr lang="en-US" sz="1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10262" y="1733153"/>
            <a:ext cx="2622286" cy="194528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2862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3573968" y="2312888"/>
            <a:ext cx="2294872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Traditional Optimization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73968" y="2626122"/>
            <a:ext cx="2294872" cy="868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Mean-variance optimization using historical sample means. No ML—isolates the value of ML prediction.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9147" y="1733153"/>
            <a:ext cx="2622187" cy="194528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61748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6322854" y="2312888"/>
            <a:ext cx="2294773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 + Easy Optimization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322854" y="2626122"/>
            <a:ext cx="2294773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ML-predicted returns fed into convex mean-variance optimizer. No trading constraints.</a:t>
            </a:r>
            <a:endParaRPr lang="en-US" sz="11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7934" y="1733153"/>
            <a:ext cx="2622286" cy="194528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110535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9071641" y="2312888"/>
            <a:ext cx="2294872" cy="474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 + Realistic Constraints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9071641" y="2863453"/>
            <a:ext cx="2294872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pipeline with transaction costs, cardinality, position limits, and turnover bounds.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661475" y="3868341"/>
            <a:ext cx="10868745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Evaluation Metrics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661475" y="4295577"/>
            <a:ext cx="10868745" cy="10011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— Annualized portfolio return on the backtesting period</a:t>
            </a:r>
            <a:endParaRPr lang="en-US" sz="1100" dirty="0"/>
          </a:p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Sharpe Ratio — Risk-adjusted return (return per unit of volatility)</a:t>
            </a:r>
            <a:endParaRPr lang="en-US" sz="1100" dirty="0"/>
          </a:p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 Drawdown — Largest peak-to-trough loss, a key tail risk measure</a:t>
            </a:r>
            <a:endParaRPr lang="en-US" sz="1100" dirty="0"/>
          </a:p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Turnover &amp; Costs — Total rebalancing activity and realized transaction costs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661475" y="5486598"/>
            <a:ext cx="10868745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Planned Extension (USP)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661475" y="5913834"/>
            <a:ext cx="10868745" cy="434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Regime-aware optimization:</a:t>
            </a: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Detect market conditions (normal, bullish, high-volatility) and adapt the risk-aversion parameter </a:t>
            </a:r>
            <a:r>
              <a:rPr lang="en-US" sz="11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λ</a:t>
            </a: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accordingly. This extension connects optimization to statistical regime detection and represents the project's original contribution beyond a standard implementation.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ED29C0E-E643-1BE3-937C-7DD22D28E2EB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957AC35-8D92-49BE-0E09-BC31E3BD6528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707B18-9F1A-F67D-BE55-50FF02555942}"/>
              </a:ext>
            </a:extLst>
          </p:cNvPr>
          <p:cNvSpPr txBox="1"/>
          <p:nvPr/>
        </p:nvSpPr>
        <p:spPr>
          <a:xfrm>
            <a:off x="422694" y="2398143"/>
            <a:ext cx="11335110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chemeClr val="accent5">
                    <a:lumMod val="60000"/>
                    <a:lumOff val="40000"/>
                  </a:schemeClr>
                </a:solidFill>
                <a:latin typeface="Petrona Bold" panose="020B0604020202020204" charset="0"/>
              </a:rPr>
              <a:t>THANK YOU</a:t>
            </a:r>
          </a:p>
          <a:p>
            <a:pPr algn="ctr"/>
            <a:endParaRPr lang="en-US" sz="4000" dirty="0"/>
          </a:p>
          <a:p>
            <a:pPr algn="ctr"/>
            <a:r>
              <a:rPr lang="en-IN" sz="2800" dirty="0">
                <a:solidFill>
                  <a:schemeClr val="accent1">
                    <a:lumMod val="50000"/>
                  </a:schemeClr>
                </a:solidFill>
                <a:latin typeface="Inter" panose="020B0604020202020204" charset="0"/>
                <a:ea typeface="Inter" panose="020B0604020202020204" charset="0"/>
              </a:rPr>
              <a:t>Abhinav Pullela (IC2025021) | Y B Siddharth (BC2025116)</a:t>
            </a:r>
          </a:p>
        </p:txBody>
      </p:sp>
    </p:spTree>
    <p:extLst>
      <p:ext uri="{BB962C8B-B14F-4D97-AF65-F5344CB8AC3E}">
        <p14:creationId xmlns:p14="http://schemas.microsoft.com/office/powerpoint/2010/main" val="671598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878</Words>
  <Application>Microsoft Office PowerPoint</Application>
  <PresentationFormat>Widescreen</PresentationFormat>
  <Paragraphs>121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Petrona Bold</vt:lpstr>
      <vt:lpstr>Consolas</vt:lpstr>
      <vt:lpstr>Arial</vt:lpstr>
      <vt:lpstr>Inter</vt:lpstr>
      <vt:lpstr>Inter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pullelaabhinav1105@outlook.com</cp:lastModifiedBy>
  <cp:revision>1</cp:revision>
  <dcterms:created xsi:type="dcterms:W3CDTF">2026-09-08T08:59:46Z</dcterms:created>
  <dcterms:modified xsi:type="dcterms:W3CDTF">2026-09-08T18:30:37Z</dcterms:modified>
</cp:coreProperties>
</file>